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9" r:id="rId10"/>
    <p:sldId id="343" r:id="rId11"/>
    <p:sldId id="344" r:id="rId12"/>
    <p:sldId id="345" r:id="rId13"/>
    <p:sldId id="346" r:id="rId14"/>
    <p:sldId id="340" r:id="rId15"/>
    <p:sldId id="350" r:id="rId16"/>
    <p:sldId id="351" r:id="rId17"/>
    <p:sldId id="347" r:id="rId18"/>
    <p:sldId id="348" r:id="rId19"/>
    <p:sldId id="352" r:id="rId20"/>
    <p:sldId id="33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CDB23-F71F-45AC-95C4-53EA35851854}" v="25" dt="2026-03-04T03:42:4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 varScale="1">
        <p:scale>
          <a:sx n="82" d="100"/>
          <a:sy n="82" d="100"/>
        </p:scale>
        <p:origin x="50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 err="1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RapidCare</a:t>
            </a: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 Blood Distribution Network Platform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Pudota</a:t>
            </a:r>
            <a:r>
              <a:rPr lang="en-US" sz="9600" dirty="0"/>
              <a:t> </a:t>
            </a:r>
            <a:r>
              <a:rPr lang="en-US" sz="9600" dirty="0" err="1"/>
              <a:t>Asritha</a:t>
            </a:r>
            <a:r>
              <a:rPr lang="en-US" sz="9600" dirty="0"/>
              <a:t> Chowdary</a:t>
            </a:r>
          </a:p>
          <a:p>
            <a:pPr marL="0" indent="0" algn="ctr">
              <a:buNone/>
            </a:pPr>
            <a:r>
              <a:rPr lang="en-US" sz="9600" dirty="0"/>
              <a:t>Student ID: 2520030592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Cluster:1</a:t>
            </a:r>
          </a:p>
          <a:p>
            <a:pPr marL="0" indent="0" algn="ctr">
              <a:buNone/>
            </a:pPr>
            <a:r>
              <a:rPr lang="en-US" sz="11200" dirty="0"/>
              <a:t>Section: 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 P Surekha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RapidCare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Blood Distribution Network Platform is a web-based system designed to manage and coordinate blood requests between hospitals and donors.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is developed using HTML, CSS, and JavaScript to provide a simple and interactive user interface.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add, search, sort, and manage blood request records efficiently.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Data Structures and Algorithms (DSA) concepts such as arrays and searching techniques to organize and process data.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helps in quickly identifying available blood types and managing request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practical application of DSA concepts to solve real-world healthcare management problems.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9CCBA-7345-79C3-C507-5EC3B9129B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2936"/>
            <a:ext cx="11058331" cy="4856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distribution and donor information are mostly managed manually through phone calls, paper records, or basic spreadsheets.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 often face difficulty in quickly finding available blood donors during emergencies.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centralized system to store and manage blood request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hospitals, blood banks, and donors is slow and inefficient.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can lead to data loss, errors, and difficulty in updating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for specific blood groups or donor details takes more time and effort.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process lacks automation and real-time updates, which may delay urgent blood supply.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579" y="1365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10B0B-2C07-DFBF-80B6-35E71895B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8498" y="1487221"/>
            <a:ext cx="11178074" cy="4984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efficiently.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 to manage blood distribution requests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a centralized database to store donor, hospital, and blood request information.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add, search, update, and delete blood request records easily.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Data Structures and Algorithms to organize and search blood data efficiently.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communication between hospitals, donors, and blood banks.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manual errors and saves time through automation.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offers a simple and user-friendly interface using HTML, CSS, and JavaScript.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provide faster response during emergency blood requirements</a:t>
            </a:r>
            <a:r>
              <a:rPr lang="en-US" sz="24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007C75-4DD4-C0B2-F731-11D214851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1847603"/>
            <a:ext cx="1080135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developed as 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for managing blood distribution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 is built using HTML, CSS, and JavaScript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enter blood requests and view available blood information through the web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user inputs and performs operations like add, search, and sort.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and Algorithms (DSA)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used to organize and manage the blood request data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such as blood group, donor details, and hospital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hospitals quickly find available blood groups during emergencies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05000-258F-3D58-4D62-2957B2DC4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495061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connects donors, hospitals, and blood banks in a single platform.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work by automating the blood request management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ensures faster data processing and easy data management.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provides a simple and user-friendly interface for users.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the efficiency of blood distribution and request handling.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update and delete blood request records when needed.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 from helps maintain organized and accurate blood distribution data for better management</a:t>
            </a:r>
            <a:r>
              <a:rPr lang="en-IN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3847A-5834-1CFC-1A1B-64BB9D9D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F688-E81F-D86C-B871-350FC3ABA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ECFDF-B92F-D572-014C-05F5B5B1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AB0F0B-D295-B782-E00A-3CAF5258D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298" y="3696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0AC8D2-C7BD-00F0-6F19-E8D1032F7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98" y="5220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E1B6E-E4B9-F0C7-D2D9-803310083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098" y="6744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D5A807-1793-C441-165D-60B6DCF43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498" y="8268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95F1D5-645E-7CC3-3D5A-CBB46F7EF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98" y="9792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73D031-CB04-237D-9902-997A4F449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298" y="11316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4BC124-B1AA-C73F-8F37-66ECFF09C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698" y="1284058"/>
            <a:ext cx="1649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460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C6AB5C-C0D7-1B0B-CB58-55409758B2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9804"/>
            <a:ext cx="1078774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Module – Allows users or donors to register by entering their basic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Login Module – Enables registered users to securely log in to the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Blood Request Management Module – Allows hospitals or users to add and manage blood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Donor Information Module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Stores and displays donor details such as name, blood group, and contact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Module – Helps users quickly find required blood groups using search and sorting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Blood Availability Module – Displays available blood units and their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 Update/Delete Module – Allows users to update or remove existing blood request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Management Module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 Enables the admin to monitor and manage all system data.</a:t>
            </a: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166BA-4953-C7FD-F012-545ACC21D5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108394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web-based platform for managing blood distribution requests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system for storing donor and blood request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required to find suitable blood donors during emergencies.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Data Structures and Algorithms (DSA) for efficient data management and searching.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communication between hospitals, donors, and blood banks.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errors by automating the blood request management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simple and user-friendly interface for users to access blood information easily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– Understanding Internet and Web Concepts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knowledge of web technologies, browser functionality, and client–server web architecture while developing and running the web application.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– Applying HTML and CSS for Web Page Design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HTML for structuring web pages and CSS for styling, layout design, and responsive interface creation.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– Implementing JavaScript Programming Concepts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used in the project to implement conditions, functions, loops, and interactive features for handling user actions.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– Using DOM Manipulation and Event Handling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DOM manipulation and event handling to manage user inputs, update page content dynamically, and handle form interactions.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– Integrating Advanced Web Development Features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form validation, dynamic data handling, and optimization concepts while building a functional web-based system.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9CAF-7EB0-0890-1F26-CA3F8236A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7E0E9F0-7414-F19D-A367-C4D70D67B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262252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DSA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26AE93-69A8-DC85-DA45-05F4D66EF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49"/>
            <a:ext cx="10515600" cy="4973314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– Analysis of Algorithms and Searching/Sorting Techniques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applies searching and sorting techniques to manage and organize blood request records efficiently.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– Linked List Data Structures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conceptually demonstrates data organization similar to linked lists for managing blood donor and request records.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– Stack and Queue Data Structures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use queue-based logic to handle blood requests in order of priority or arrival.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– Hashing Techniques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conceptually uses hashing ideas for quick searching of blood groups and donor details.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– Application of Linear Data Structures in Real-World Problems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how linear data structures can be used in real-time applications like blood distribution management.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CO6 – Applying Data Structures to Real-World Applications</a:t>
            </a:r>
            <a:b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practical use of data structures and algorithms to solve real-world healthcare management problems.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C05D-4DC9-ADC0-13CA-909E8902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C7196-73FE-144C-6DB9-248E7AB5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94048-D768-5663-4851-89B00F98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5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D7ECE16-6562-00AC-403D-EF4BC7CBC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2888" y="1825625"/>
            <a:ext cx="85462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39BE4E1-15EE-2CEA-FCC5-1B832DF4D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552" y="1172482"/>
            <a:ext cx="9492895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4AA57-A74E-EC55-EC37-2E7E4E56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D029B-9DFB-1BA0-673D-10C96ED4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38BE9-263D-A0A8-1136-2AC97FB9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4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29195-C1C8-C69E-FC10-9042A0BE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F77F0-6957-B87B-BCDC-261209B2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8DC5F-6BDF-E3E1-E0E8-FDA804AF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15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72C7F8C-3B9D-4D99-F7D6-24FF7E6AD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810" y="1253331"/>
            <a:ext cx="89046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558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16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369425-3EB3-36F8-738E-83192816D8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739137"/>
            <a:ext cx="106299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RapidCare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Blood Distribution Network Platform was developed to simplify and improve the management of blood distribution requests.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web-based interface to store, search, and manage blood request and donor information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using HTML, CSS, and JavaScript, the project creates a simple and interactive platform for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of Data Structures and Algorithms (DSA) helps in organizing and retrieving blood data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reduces manual effort and improves the speed of finding required blood groups during emergencies.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web technologies and data structures can be applied to solve real-world healthcare problems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093E0F-D8E1-ABFA-FF62-EFD2AAAFA6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F81A829-929F-8E9D-0114-50D3E6C33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5108" y="1825625"/>
            <a:ext cx="580178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67C3D-A08B-FE1F-393B-1CB67400D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6D514-595E-5240-8FCF-2337C918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C5DA6-ADC3-87A5-F849-4AB894A7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61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5396</TotalTime>
  <Words>1495</Words>
  <Application>Microsoft Office PowerPoint</Application>
  <PresentationFormat>Widescreen</PresentationFormat>
  <Paragraphs>174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Google Sans</vt:lpstr>
      <vt:lpstr>Times New Roman</vt:lpstr>
      <vt:lpstr>Office Theme</vt:lpstr>
      <vt:lpstr>Custom Design</vt:lpstr>
      <vt:lpstr>INSTRUCTIONS</vt:lpstr>
      <vt:lpstr>Title: RapidCare Blood Distribution Network Platform</vt:lpstr>
      <vt:lpstr>OUTLINE</vt:lpstr>
      <vt:lpstr>Abstract</vt:lpstr>
      <vt:lpstr>Existing System </vt:lpstr>
      <vt:lpstr>Proposed System</vt:lpstr>
      <vt:lpstr>System Architecture</vt:lpstr>
      <vt:lpstr>PowerPoint Presentation</vt:lpstr>
      <vt:lpstr>Project Modules</vt:lpstr>
      <vt:lpstr>Objectives</vt:lpstr>
      <vt:lpstr>Co’s Attainments - FWD</vt:lpstr>
      <vt:lpstr>Co’s Attainments - DSA</vt:lpstr>
      <vt:lpstr>Screenshots for FWD &amp; DSA</vt:lpstr>
      <vt:lpstr>PowerPoint Presentation</vt:lpstr>
      <vt:lpstr>PowerPoint Presentation</vt:lpstr>
      <vt:lpstr>Conclusion</vt:lpstr>
      <vt:lpstr>Geo- Tag Photos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asritha.chowdary2008@gmail.com</cp:lastModifiedBy>
  <cp:revision>53</cp:revision>
  <dcterms:created xsi:type="dcterms:W3CDTF">2022-05-20T10:20:31Z</dcterms:created>
  <dcterms:modified xsi:type="dcterms:W3CDTF">2026-03-09T09:19:45Z</dcterms:modified>
</cp:coreProperties>
</file>